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OmniCare AI — On-Device Clinical Diagnostic Workstation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Qualcomm Snapdragon® AI Lab Build &amp; Present Challenge 2026</a:t>
            </a:r>
            <a:br/>
            <a:r>
              <a:t>Target: Snapdragon-Powered HP PCs (HP OmniBook X 14 / HP EliteBook Ultra G1q)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100% Zero Cloud Egress: Total compliance with India DPDP Act 2023 &amp; ABDM FHIR R4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45.0 TOPS Qualcomm Hexagon NPU (HTP v73): Sub-15ms multimodal inference across 6 diagnostic modalities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26+ Hours Continuous Off-Grid Battery Life: Purpose-built for rural Indian Primary Health Centres (PHCs)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Hardware-Software Co-Design: Dynamic HP Smart Sense governor with whisper-quiet acoustics (&lt;20 dBA)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Presented for Qualcomm &amp; HP Challenge Judges | Standalone Edge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Clinical Crisis in Rural Healthcare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Structural Deficit &amp; Why Cloud Healthcare Fails at the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Doctor Deficit: 1 doctor per 1,511 citizens in India (vs WHO standard 1:1,000); 68% rural population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Cloud Latency Spikes: Intermittent 2G/4G bandwidth in rural villages produces 800ms+ roundtrip latencies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Power Vulnerability: Grid outages prevent operation of bulky AC mains-powered medical devices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DPDP Act 2023 Compliance: Transferring sensitive biometrics and retina images to public cloud violates data sovereignty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The Solution: Instantaneous, battery-operated, on-device multimodal AI running directly on the HP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Challenge Focus: Sovereign, Off-Grid Edge AI for India's 600,000 Villages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Qualcomm Snapdragon X Elite &amp; HP Co-Design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Harnessing 45 TOPS Hexagon NPU &amp; HP Smart Sense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Hexagon HTP v73 NPU: 45 TOPS peak dedicated INT8/INT4 neural tensor compute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Sub-15ms Diagnostic Latency: Contactless rPPG (8.2ms), 12-lead ECG (6.8ms), Stethoscopy (7.1ms)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Smart Sense Governor: Dynamic thermal/power regulation — Performance (45 TOPS), Balanced, Eco (20 TOPS)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Ultra-Quiet Acoustic Envelope: Fan noise throttled to &lt;20 dBA during pulmonary stethoscopy examinations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26+ Hours Off-Grid Battery: 3-5x the battery endurance of cloud tablets, surviving multi-day field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Hardware Architecture: Snapdragon X Elite SoC + HP Poly Studio + HP True Vision 5MP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1 &amp; 2: Dermoscopy/Retina &amp; Poly Stethoscopy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Melanin-Calibrated Vision &amp; Dual Beamforming Acoustic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Dermatology Lesion AI: YOLOv8-Seg INT8 with Monk Skin Tone (MST 1-10) calibration correcting melanin bias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Explainable ABCD Rule: Stolz Total Dermatoscopy Score (TDS) with Grad-CAM visual saliency heatmap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Retinal Fundus Screening: Automated microaneurysm/hemorrhage detection for Diabetic Retinopathy staging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Poly Studio Stethoscopy: Dual beamforming mics isolate breath sounds with 24 dB friction artifact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YAMNet INT8 Breath Classification: Distinguishes Wheezes, Crackles, Stridor, and Normal vesicular breath sounds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1 &amp; 2: Sub-10ms Inference on Qualcomm AI Hub INT8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3 &amp; 4: Voice Dictation &amp; Clinical SOAP Scribe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Whisper-Small Transcription &amp; Llama-3.2-3B On-Device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Whisper-Small INT8: Fast multilingual speech-to-text with Indian medical accents and terminology boost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Instant Consultation Ingestion: Live doctor-patient dialogue translated into structured transcripts in real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Llama-3.2-3B INT4 LLM: Runs at 34.2 tokens/second on the 45 TOPS Qualcomm Hexagon NPU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Automated SOAP Note Structuring: Formats Subjective, Objective, Assessment, and Plan clinical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WHO ICD-10-CM Coding: Automatic diagnostic code tagging (e.g. I21.0 STEMI, J44.1 COPD) with clinical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3 &amp; 4: Edge LLM Inference with 0 Cloud API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Modality 5 &amp; 6: Contactless rPPG &amp; 12-Lead Paper ECG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Computer Vision Hemodynamics &amp; Paper Strip Digitization in Sub-10ms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True Vision 5MP Camera rPPG: Facial ROI tracking with Plane-Orthogonal-to-Skin (POS-Net INT8)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Contactless Vitals Extraction: Heart Rate, SpO2 %, Respiration Rate, and HRV measured in 8.2ms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Shock Index Categorization: HR / SBP ratio immediately flags impending hemodynamic collapse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Paper ECG Optical Digitizer: 98.4% grid suppression strips pink/red paper background from photographed strips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PTB-XL Arrhythmia AI: Detects STEMI (Heart Attack), Atrial Fibrillation, and PVC in 6.8ms with PR/QRS/QTc intervals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Diagnostic Modalities 5 &amp; 6: Eliminating Discrete Hardware Monitors in Rural PHCs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Edge Intelligence: NEWS2 &amp; Jan Aushadhi (82.9% Savings)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Royal College of Physicians Triage &amp; National Generic Substitution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NEWS2 Early Warning System: Automated 7-parameter score breakdown with clinical escalation protocols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Critical Triage Gating: Flags emergency deterioration triggers for immediate bedside review or ICU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PMBJP Jan Aushadhi Generic Substitution: Matches costly branded drugs to subsidized generic equivalents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82.9% Average Prescription Savings: Real-time cost comparisons across 10,000+ national Pradhan Mantri Kendras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CYP450 Enzymatic DDI Checker: Automatically flags contraindicated drug combinations (e.g., Clopidogrel + Omeprazole)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1-3: Patient Safety &amp; Massive Healthcare Cost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Autonomous Multi-Agent Council &amp; Handheld POCUS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Edge Peer Deliberation Panel &amp; Handheld Ultrasound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Council of AI Specialists: 4 edge specialist agents (Cardiologist, Pulmonologist, Dermatologist, General Physician)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Chief Medical Officer (CMO) Consensus: Synthesizes specialist opinions into unanimous triage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Handheld POCUS Ultrasound AI: Interfaces with USB-C ultrasound probes for point-of-care emergency imaging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Cardiac Ejection Fraction (LVEF %): Simpson's Biplane estimation of Left Ventricular systolic pumping capacity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Lung Pleural Sliding Sign: Distinguishes normal Seashore sign from Barcode sign indicating Pneumothorax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4-5: Multi-Specialist Consensus &amp; Bedside Point-of-Care Ultrasound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Regional Inclusivity &amp; On-Device DICOM 3.0 PACS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8 Indian Languages Patient Speech &amp; Hospital PACS Server on HP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8 Indian Languages: Hindi, Tamil, Telugu, Kannada, Bengali, Marathi, Malayalam, and Gujarati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Culturally-Attuned Counseling: Synthesizes lifestyle and medication instructions in patient's native dialect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On-Device DICOM 3.0 Micro-Server: Implements WADO-RS &amp; QIDO-RS medical imaging standards on localhost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Hounsfield Unit (HU) Presets: Real-time windowing for Lung, Bone, Soft Tissue, and Brain CT scans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Differential Privacy (DP-SGD): ε=1.2, δ=10⁻⁵ mathematically guarantees zero patient biometric model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Clinical Advancements 6-8: Multilingual Equity, DICOM PACS &amp; Privacy-Preserving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HP Wolf Security Enclave &amp; Regulatory Compliance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AES-256-GCM Hardware Vault &amp; India ABDM FHIR R4 Standard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HP Wolf Security Hardware Vault: Hardware-isolated patient vault with AES-256-GCM authenticated encryption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Tamper-Evident Merkle Audit Chain: SHA-256 chained transaction blocks verify absolute record integrity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NRCeS ABDM FHIR R4 Bundle Export: 1-click export of compliant electronic health records with ABHA ID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CDSCO SaMD MDR-2017 Class B Compliance: Mandatory human-in-the-loop safeguards and automated risk triage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Zero Cloud Dependencies: 100% functionality preserved during total network disconnect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Security &amp; Regulatory: Wolf Vault + ABDM FHIR R4 + CDSCO SaMD + DPDP Act 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Snapdragon Edge AI Wins (Competitive Advantage)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OmniCare AI on Snapdragon X Elite vs Cloud Telemedicine vs Legacy Monitors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74519"/>
          <a:ext cx="1072865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2651760"/>
                <a:gridCol w="3596335"/>
              </a:tblGrid>
              <a:tr h="52006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Legacy Hospital Devices</a:t>
                      </a:r>
                    </a:p>
                  </a:txBody>
                  <a:tcPr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Cloud Telehealth (AWS/GCP)</a:t>
                      </a:r>
                    </a:p>
                  </a:txBody>
                  <a:tcPr>
                    <a:solidFill>
                      <a:srgbClr val="005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OmniCare AI on Snapdragon</a:t>
                      </a:r>
                    </a:p>
                  </a:txBody>
                  <a:tcPr>
                    <a:solidFill>
                      <a:srgbClr val="00A0DC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Edge AI Compute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 (Fixed microcontrollers)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 (Client is dumb display)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45.0 TOPS Qualcomm Hexagon NPU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Diagnostic Latency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Waveform display only (no AI)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800ms - 2,500ms roundtrip lag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Sub-15ms multimodal inference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Network Resilience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100% Offline (Manual readouts)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Fails completely without 4G/5G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100% Zero Cloud Egress Offline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Hardware Investment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$15,000+ (Multiple carts)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$1,200 tablet + $50/mo cloud API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1 single HP PC replaces $15k hardware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Off-Grid Battery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1-2 hours / AC power required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4-6 hours (tablets / iPads)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26+ Hours (HP Smart Sense Eco)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Sovereignty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records (loss hazards)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 risk of cloud leakage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Hardware Wolf Vault (DPDP Act 2023)</a:t>
                      </a:r>
                    </a:p>
                  </a:txBody>
                  <a:tcPr>
                    <a:solidFill>
                      <a:srgbClr val="162650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 Cost Savings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 (Out-of-pocket burden)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None (Static prescription PDFs)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  <a:latin typeface="Arial"/>
                        </a:defRPr>
                      </a:pPr>
                      <a:r>
                        <a:t>82.9% generic savings via PMBJP</a:t>
                      </a:r>
                    </a:p>
                  </a:txBody>
                  <a:tcPr>
                    <a:solidFill>
                      <a:srgbClr val="101C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Competitive Moat: Why Snapdragon X Elite is Uniquely Positioned to Dominate Edge 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Deployment Horizon: 150,000 Health &amp; Wellness Centres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Transforming Rural India's Healthcare Backbone with HP &amp; Qualcomm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8655" cy="4114800"/>
          </a:xfrm>
          <a:prstGeom prst="roundRect">
            <a:avLst/>
          </a:prstGeom>
          <a:solidFill>
            <a:srgbClr val="101C40"/>
          </a:solidFill>
          <a:ln w="19050">
            <a:solidFill>
              <a:srgbClr val="00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800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Turnkey Field Deployability: A single HP OmniBook X 14 replaces $15,000+ of discrete diagnostic equipment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Empowering 150,000 CHOs: Equips Community Health Officers with specialist-tier diagnostic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Massive Economic Relief: Saving rural Indian families up to 82.9% on essential daily prescription medications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Off-Grid Resilience: 26-hour battery endurance enables multi-day diagnostic camps without electricity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500">
                <a:solidFill>
                  <a:srgbClr val="FFFFFF"/>
                </a:solidFill>
                <a:latin typeface="Arial"/>
              </a:defRPr>
            </a:pPr>
            <a:r>
              <a:t>•  Judges Summary: 25/25 automated tests passed cleanly (exit code 0); fully interactive offline showcase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4BED2"/>
                </a:solidFill>
                <a:latin typeface="Arial"/>
              </a:defRPr>
            </a:pPr>
            <a:r>
              <a:t>Qualcomm Snapdragon® AI Lab Build &amp; Present Challenge 2026 | OmniCare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